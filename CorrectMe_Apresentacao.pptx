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900000">
            <a:off x="5943600" y="0"/>
            <a:ext cx="73152" cy="51435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brancofundoTransparente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98120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</a:defRPr>
            </a:pPr>
            <a:r>
              <a:t>CorrectMe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A855F7"/>
                </a:solidFill>
              </a:defRPr>
            </a:pPr>
            <a:r>
              <a:t>Aprendizagem de Alemao com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Plataforma completa de aprendizado de alemao com inteligencia artificial para brasileiros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Dr. Thiago R. S. Pastro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731520"/>
            <a:ext cx="2560320" cy="118872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144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</a:defRPr>
            </a:pPr>
            <a:r>
              <a:t>Correcao de Textos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IA corrige erros gramaticais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560320" cy="118872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Pratica de Conversacao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Fale com personagens 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2560320" cy="118872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Jogos e Flashcards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Aprenda se divertindo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914400"/>
            <a:ext cx="274320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C489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371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Vantagens do CorrectMe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8308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874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830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Sistema de Categorizacao de Erros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Recursos da Plataforma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8892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880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7889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Como Funciona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9184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3832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2918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Analise de Custo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79476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8862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7947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Comparativo com Concorrentes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297680"/>
            <a:ext cx="548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C4899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891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2976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Publico Alvo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Vantagens do CorrectMe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Por que o CorrectMe e a melhor escolha para aprender alemao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965960" cy="292608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777240" cy="7772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777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+60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Topicos de Gramatica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Cobertura completa de todos os topicos gramaticais do alemao, do basico ao avancado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80160"/>
            <a:ext cx="1965960" cy="292608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54680" y="1508760"/>
            <a:ext cx="777240" cy="7772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600200"/>
            <a:ext cx="777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+50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23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Temas de Conversa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97180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Pratica com diferentes personagens e contextos do cotidiano alemao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280160"/>
            <a:ext cx="1965960" cy="292608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03520" y="150876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600200"/>
            <a:ext cx="777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423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Categorias de Erros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97180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Classificacao inteligente que ajuda a focar nos seus pontos fracos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280160"/>
            <a:ext cx="1965960" cy="292608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52360" y="1508760"/>
            <a:ext cx="777240" cy="7772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600200"/>
            <a:ext cx="777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24/7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4231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Disponivel Sempre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7180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Acesso ilimitado a plataforma, estude quando e onde quiser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Entenda Exatamente Onde Voce Erra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Nosso sistema exclusivo de categorizacao identifica e classifica cada erro por cor, </a:t>
            </a:r>
            <a:br/>
            <a:r>
              <a:t>permitindo que voce foque exatamente nos pontos que precisa melhorar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680960" cy="59436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9728" cy="594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691640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00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Declinacao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Genus, Numerus, Kasus - Os 3 pilares da gramatica alema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91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8C8D2"/>
                </a:solidFill>
              </a:defRPr>
            </a:pPr>
            <a:r>
              <a:t>Domine os casos e nunca mais erre der/die/das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7680960" cy="59436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109728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377440"/>
            <a:ext cx="320040" cy="3200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286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Conjugacao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Tempos verbais e formas conjugadas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377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8C8D2"/>
                </a:solidFill>
              </a:defRPr>
            </a:pPr>
            <a:r>
              <a:t>Aprenda a conjugar verbos corretamente em qualquer tempo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7680960" cy="59436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109728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0632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29718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Preposicoes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46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Uso correto com Akkusativ, Dativ e Genitiv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063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8C8D2"/>
                </a:solidFill>
              </a:defRPr>
            </a:pPr>
            <a:r>
              <a:t>Saiba qual preposicao usar e com qual caso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11880"/>
            <a:ext cx="7680960" cy="59436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11880"/>
            <a:ext cx="109728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3749040"/>
            <a:ext cx="320040" cy="3200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Sintaxe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9319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Estrutura e ordem das palavras nas frases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49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8C8D2"/>
                </a:solidFill>
              </a:defRPr>
            </a:pPr>
            <a:r>
              <a:t>Construa frases com a ordem correta alemao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97680"/>
            <a:ext cx="7680960" cy="59436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297680"/>
            <a:ext cx="109728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" y="443484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43434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Vocabulario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617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Escolha de palavras e expressoes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4348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8C8D2"/>
                </a:solidFill>
              </a:defRPr>
            </a:pPr>
            <a:r>
              <a:t>Use as palavras certas para cada contexto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CORRECAO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Feedback detalhado para cada erro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Nossa IA identifica erros de declinacao, conjugacao, sintaxe, preposicoes e vocabulario, destacando cada um com cores diferentes para facilitar o aprendizado.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Correcao gramatical e ortografica em tempo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Feedback pedagogico que explica o 'porque' de cada erro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IA treinada para erros comuns de brasileiros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Exportacao do texto corrigido</a:t>
            </a:r>
          </a:p>
        </p:txBody>
      </p:sp>
      <p:pic>
        <p:nvPicPr>
          <p:cNvPr id="18" name="Picture 17" descr="Foto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297680" cy="20777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ACOMPANHE SEU PROGRESSO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Visualize sua evolucao em tempo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Dashboard completo com graficos e estatisticas detalhadas para acompanhar seu desenvolvimento no alemao.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182880" cy="1828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Grafico de distribuicao de erros por categoria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182880" cy="1828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Historico de erros por redacao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Estatisticas gerais de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182880" cy="1828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Tracking de evolucao ao longo do tempo</a:t>
            </a:r>
          </a:p>
        </p:txBody>
      </p:sp>
      <p:pic>
        <p:nvPicPr>
          <p:cNvPr id="18" name="Picture 17" descr="Foto resul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297680" cy="20958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PRATICA DE CONVERSACAO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Pratique alemao falado com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Converse em tempo real com personagens de IA em diferentes contextos profissionais e do dia a 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10 personagens com diferentes profissoes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Reconhecimento de voz em alemao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Analise de erros apos a conversa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Pratica de escuta e pronuncia</a:t>
            </a:r>
          </a:p>
        </p:txBody>
      </p:sp>
      <p:pic>
        <p:nvPicPr>
          <p:cNvPr id="18" name="Picture 17" descr="screenshot_practice_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297680" cy="18644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LISTAS DE VOCABULARIO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Organize e pratique seu vocabulario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Crie listas personalizadas, importe palavras via CSV e classifique por nivel de dificuldade.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Multiplas listas organizadas por 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Importacao de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Classificacao por dificuldade (vermelho/amarelo/verde)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Traducao automatica para portugues</a:t>
            </a:r>
          </a:p>
        </p:txBody>
      </p:sp>
      <p:pic>
        <p:nvPicPr>
          <p:cNvPr id="18" name="Picture 17" descr="Lista de vocabul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297680" cy="20813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JOGOS E FLASHCARDS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Pratique de forma interativa e divertida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Teste seu conhecimento com flashcards interativos e jogos como o jogo da forca alemao.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Flashcards automaticos a partir das redacoes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Jogo da forca com dicas inteligentes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Filtro por nivel de dificuldade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Pratica de artigos (der/die/das)</a:t>
            </a:r>
          </a:p>
        </p:txBody>
      </p:sp>
      <p:pic>
        <p:nvPicPr>
          <p:cNvPr id="18" name="Picture 17" descr="screenshot_flashcards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297680" cy="28527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PARAFRASEADOR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Reescreva textos em diferentes estilos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Transforme seu texto alemao em diferentes estilos: formal, casual, com emojis, simplificado e mais.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6 estilos diferentes de reescrita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01752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Mantem o significado original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Ideal para aprender sinonimos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3931920" cy="54864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182880" cy="1828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Melhore seu vocabulario ativo</a:t>
            </a:r>
          </a:p>
        </p:txBody>
      </p:sp>
      <p:pic>
        <p:nvPicPr>
          <p:cNvPr id="18" name="Picture 17" descr="screenshot_paraphrase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297680" cy="416115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855F7"/>
                </a:solidFill>
              </a:defRPr>
            </a:pPr>
            <a:r>
              <a:t>Comece a aprender em 3 passos simples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651760" cy="292608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173736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Escreva seu 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Cole ou digite sua redacao em alemao. Nosso editor inteligente aceita qualquer 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651760" cy="292608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737360"/>
            <a:ext cx="822960" cy="82296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Receba a analise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004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Nossa IA identifica erros, categoriza por tipo e explica cada correcao em portugues.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63040"/>
            <a:ext cx="2651760" cy="292608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0" y="1737360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Acompanhe sua evolucao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Visualize seu progresso no dashboard, pratique com flashcards e melhore continuamente.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834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834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Analise de Custo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Investimento acessivel para um aprendizado de 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Sistema de Creditos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100 creditos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Gratis para novos usuarios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31720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Correcao de 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402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~1 credito por correcao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834640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Pratica de conversacao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10 creditos/minuto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37560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Parafrase de 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46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~1 credito por uso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840480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Flashcards e jogos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7490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Gratuito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97316"/>
                </a:solidFill>
              </a:defRPr>
            </a:pPr>
            <a:r>
              <a:t>Comparado com Alternativas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1737360"/>
            <a:ext cx="3840480" cy="50292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8288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Professor particular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828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EF4444"/>
                </a:solidFill>
              </a:defRPr>
            </a:pPr>
            <a:r>
              <a:t>R$ 80-150/hora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2331720"/>
            <a:ext cx="3840480" cy="50292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423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Curso presencial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4231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EF4444"/>
                </a:solidFill>
              </a:defRPr>
            </a:pPr>
            <a:r>
              <a:t>R$ 300-800/mes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2926080"/>
            <a:ext cx="3840480" cy="50292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017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Apps 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017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EAB308"/>
                </a:solidFill>
              </a:defRPr>
            </a:pPr>
            <a:r>
              <a:t>R$ 50-100/mes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520440"/>
            <a:ext cx="3840480" cy="50292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36118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CorrectMe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611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22C55E"/>
                </a:solidFill>
              </a:defRPr>
            </a:pPr>
            <a:r>
              <a:t>A partir de R$ 0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60520"/>
            <a:ext cx="8229600" cy="64008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Comece gratis com 100 creditos - Sem cartao de credito necessario!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Por que escolher o CorrectMe?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8229600" cy="457200"/>
          </a:xfrm>
          <a:prstGeom prst="roundRect">
            <a:avLst/>
          </a:prstGeom>
          <a:solidFill>
            <a:srgbClr val="251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2560320" cy="457200"/>
          </a:xfrm>
          <a:prstGeom prst="rect">
            <a:avLst/>
          </a:prstGeom>
          <a:noFill/>
        </p:spPr>
        <p:txBody>
          <a:bodyPr wrap="none" lIns="13716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Recurso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822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CorrectMe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8229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LanguageTool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822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Scribbr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19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</p:spPr>
        <p:txBody>
          <a:bodyPr wrap="none" lIns="137160">
            <a:spAutoFit/>
          </a:bodyPr>
          <a:lstStyle/>
          <a:p>
            <a:pPr algn="l">
              <a:defRPr sz="1100">
                <a:solidFill>
                  <a:srgbClr val="9CA3AF"/>
                </a:solidFill>
              </a:defRPr>
            </a:pPr>
            <a:r>
              <a:t>Especializado em alemao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2801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AB308"/>
                </a:solidFill>
              </a:defRPr>
            </a:pPr>
            <a:r>
              <a:t>Parcial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280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AB308"/>
                </a:solidFill>
              </a:defRPr>
            </a:pPr>
            <a:r>
              <a:t>Parcial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</p:spPr>
        <p:txBody>
          <a:bodyPr wrap="none" lIns="137160">
            <a:spAutoFit/>
          </a:bodyPr>
          <a:lstStyle/>
          <a:p>
            <a:pPr algn="l">
              <a:defRPr sz="1100">
                <a:solidFill>
                  <a:srgbClr val="9CA3AF"/>
                </a:solidFill>
              </a:defRPr>
            </a:pPr>
            <a:r>
              <a:t>Feedback pedagogico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737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AB308"/>
                </a:solidFill>
              </a:defRPr>
            </a:pPr>
            <a:r>
              <a:t>Limitado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19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</p:spPr>
        <p:txBody>
          <a:bodyPr wrap="none" lIns="137160">
            <a:spAutoFit/>
          </a:bodyPr>
          <a:lstStyle/>
          <a:p>
            <a:pPr algn="l">
              <a:defRPr sz="1100">
                <a:solidFill>
                  <a:srgbClr val="9CA3AF"/>
                </a:solidFill>
              </a:defRPr>
            </a:pPr>
            <a:r>
              <a:t>Categorizacao de erros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194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1945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194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51760"/>
            <a:ext cx="2560320" cy="457200"/>
          </a:xfrm>
          <a:prstGeom prst="rect">
            <a:avLst/>
          </a:prstGeom>
          <a:noFill/>
        </p:spPr>
        <p:txBody>
          <a:bodyPr wrap="none" lIns="137160">
            <a:spAutoFit/>
          </a:bodyPr>
          <a:lstStyle/>
          <a:p>
            <a:pPr algn="l">
              <a:defRPr sz="1100">
                <a:solidFill>
                  <a:srgbClr val="9CA3AF"/>
                </a:solidFill>
              </a:defRPr>
            </a:pPr>
            <a:r>
              <a:t>Flashcards integrados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651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19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</p:spPr>
        <p:txBody>
          <a:bodyPr wrap="none" lIns="137160">
            <a:spAutoFit/>
          </a:bodyPr>
          <a:lstStyle/>
          <a:p>
            <a:pPr algn="l">
              <a:defRPr sz="1100">
                <a:solidFill>
                  <a:srgbClr val="9CA3AF"/>
                </a:solidFill>
              </a:defRPr>
            </a:pPr>
            <a:r>
              <a:t>Listas de vocabulario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108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1089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108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66160"/>
            <a:ext cx="2560320" cy="457200"/>
          </a:xfrm>
          <a:prstGeom prst="rect">
            <a:avLst/>
          </a:prstGeom>
          <a:noFill/>
        </p:spPr>
        <p:txBody>
          <a:bodyPr wrap="none" lIns="137160">
            <a:spAutoFit/>
          </a:bodyPr>
          <a:lstStyle/>
          <a:p>
            <a:pPr algn="l">
              <a:defRPr sz="1100">
                <a:solidFill>
                  <a:srgbClr val="9CA3AF"/>
                </a:solidFill>
              </a:defRPr>
            </a:pPr>
            <a:r>
              <a:t>Chatbot para pratica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5661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19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noFill/>
        </p:spPr>
        <p:txBody>
          <a:bodyPr wrap="none" lIns="137160">
            <a:spAutoFit/>
          </a:bodyPr>
          <a:lstStyle/>
          <a:p>
            <a:pPr algn="l">
              <a:defRPr sz="1100">
                <a:solidFill>
                  <a:srgbClr val="9CA3AF"/>
                </a:solidFill>
              </a:defRPr>
            </a:pPr>
            <a:r>
              <a:t>Pratica de conversacao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023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Sim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023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023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F4444"/>
                </a:solidFill>
              </a:defRPr>
            </a:pPr>
            <a:r>
              <a:t>Nao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Ideal Para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840480" cy="128016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C4899"/>
                </a:solidFill>
              </a:defRPr>
            </a:pPr>
            <a:r>
              <a:t>Estudantes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Preparando para provas Goethe, TestDaF, DSH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188720"/>
            <a:ext cx="3840480" cy="128016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0" y="1463040"/>
            <a:ext cx="640080" cy="6400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41732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Profissionais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Que precisam escrever em alemao no trabalho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3840480" cy="128016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92608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Professores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Que querem otimizar correcoes de alunos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697480"/>
            <a:ext cx="3840480" cy="128016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0" y="297180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92608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Aprendizes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337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De qualquer nivel, do iniciante ao avancado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brancofundoTransparente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57200"/>
            <a:ext cx="213360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Comece a dominar o alemao hoje!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855F7"/>
                </a:solidFill>
              </a:defRPr>
            </a:pPr>
            <a:r>
              <a:t>Experimente gratis - 100 creditos para novos usuarios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383280"/>
            <a:ext cx="4572000" cy="731520"/>
          </a:xfrm>
          <a:prstGeom prst="roundRect">
            <a:avLst/>
          </a:prstGeom>
          <a:solidFill>
            <a:srgbClr val="251C45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520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C4899"/>
                </a:solidFill>
              </a:defRPr>
            </a:pPr>
            <a:r>
              <a:t>correctme.com.br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2D3EE"/>
                </a:solidFill>
              </a:defRPr>
            </a:pPr>
            <a:r>
              <a:t>Dr. Thiago R. S. Pastro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8234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
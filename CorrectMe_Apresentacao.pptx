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900000">
            <a:off x="5943600" y="0"/>
            <a:ext cx="73152" cy="51435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brancofundoTransparente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5760"/>
            <a:ext cx="1981200" cy="1188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8288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400" b="1">
                <a:solidFill>
                  <a:srgbClr val="FFFFFF"/>
                </a:solidFill>
              </a:defRPr>
            </a:pPr>
            <a:r>
              <a:t>CorrectMe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A855F7"/>
                </a:solidFill>
              </a:defRPr>
            </a:pPr>
            <a:r>
              <a:t>Aprendizagem de Alemao com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Plataforma completa de aprendizado de alemao com inteligencia artificial para brasileiros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976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2D3EE"/>
                </a:solidFill>
              </a:defRPr>
            </a:pPr>
            <a:r>
              <a:t>Dr. Thiago R. S. Pastro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731520"/>
            <a:ext cx="2560320" cy="11887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9144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C4899"/>
                </a:solidFill>
              </a:defRPr>
            </a:pPr>
            <a:r>
              <a:t>Correcao de Textos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IA corrige erros gramaticais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03120"/>
            <a:ext cx="2560320" cy="11887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Pratica de Conversacao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6517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Fale com personagens 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74720"/>
            <a:ext cx="2560320" cy="11887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57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C55E"/>
                </a:solidFill>
              </a:defRPr>
            </a:pPr>
            <a:r>
              <a:t>Jogos e Flashcards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233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Aprenda se divertindo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Indice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914400"/>
            <a:ext cx="2743200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28016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C4899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3716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28016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Vantagens do CorrectMe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78308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A855F7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8745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7830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Sistema de Categorizacao de Erros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28600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2D3EE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3774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28600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Recursos da Plataforma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8892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2C55E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88036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78892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Como Funciona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29184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97316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3832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29184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Analise de Custo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79476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B82F6"/>
                </a:solidFill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38862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379476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Comparativo com Concorrentes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29768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C4899"/>
                </a:solidFill>
              </a:defRPr>
            </a:pPr>
            <a: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43891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2976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Publico Alvo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Vantagens do CorrectMe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Por que o CorrectMe e a melhor escolha para aprender alemao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508760"/>
            <a:ext cx="777240" cy="7772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+60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Topicos de Gramatica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Cobertura completa de todos os topicos gramaticais do alemao, do basico ao avancado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54680" y="1508760"/>
            <a:ext cx="777240" cy="7772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5468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+50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Temas de Conversa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Pratica com diferentes personagens e contextos do cotidiano alemao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03520" y="1508760"/>
            <a:ext cx="777240" cy="7772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Categorias de Erros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Classificacao inteligente que ajuda a focar nos seus pontos fracos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52360" y="1508760"/>
            <a:ext cx="777240" cy="77724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24/7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Disponivel Sempre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Acesso ilimitado a plataforma, estude quando e onde quiser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Entenda Exatamente Onde Voce Erra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Nosso sistema exclusivo de categorizacao identifica e classifica cada erro por cor, </a:t>
            </a:r>
            <a:br/>
            <a:r>
              <a:t>permitindo que voce foque exatamente nos pontos que precisa melhorar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109728" cy="594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1691640"/>
            <a:ext cx="320040" cy="32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600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Declinacao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8745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Genus, Numerus, Kasus - Os 3 pilares da gramatica alema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916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Domine os casos e nunca mais erre der/die/das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402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240280"/>
            <a:ext cx="109728" cy="5943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377440"/>
            <a:ext cx="320040" cy="3200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22860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Conjugacao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5603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Tempos verbais e formas conjugadas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3774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Aprenda a conjugar verbos corretamente em qualquer tempo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9260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2926080"/>
            <a:ext cx="109728" cy="5943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3063240"/>
            <a:ext cx="320040" cy="3200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29718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Preposicoes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2461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Uso correto com Akkusativ, Dativ e Genitiv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30632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Saiba qual preposicao usar e com qual caso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6118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3611880"/>
            <a:ext cx="109728" cy="5943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3749040"/>
            <a:ext cx="320040" cy="32004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36576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Sintaxe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9319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Estrutura e ordem das palavras nas frases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37490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Construa frases com a ordem correta alemao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2976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4297680"/>
            <a:ext cx="109728" cy="5943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05840" y="4434840"/>
            <a:ext cx="320040" cy="32004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43434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Vocabulario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6177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Escolha de palavras e expressoes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44348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Use as palavras certas para cada contexto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CORRECAO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Feedback detalhado para cada erro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Nossa IA identifica erros de declinacao, conjugacao, sintaxe, preposicoes e vocabulario, destacando cada um com cores diferentes para facilitar o aprendizado.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Correcao gramatical e ortografica em tempo real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Feedback pedagogico que explica o 'porque' de cada erro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IA treinada para erros comuns de brasileiros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Exportacao do texto corrigido</a:t>
            </a:r>
          </a:p>
        </p:txBody>
      </p:sp>
      <p:pic>
        <p:nvPicPr>
          <p:cNvPr id="18" name="Picture 17" descr="Foto 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07771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ACOMPANHE SEU PROGRESSO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Visualize sua evolucao em tempo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Dashboard completo com graficos e estatisticas detalhadas para acompanhar seu desenvolvimento no alemao.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Grafico de distribuicao de erros por categoria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Historico de erros por redacao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Estatisticas gerais de performance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Tracking de evolucao ao longo do tempo</a:t>
            </a:r>
          </a:p>
        </p:txBody>
      </p:sp>
      <p:pic>
        <p:nvPicPr>
          <p:cNvPr id="18" name="Picture 17" descr="Foto result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09581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PRATICA DE CONVERSACAO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Pratique alemao falado com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Converse em tempo real com personagens de IA em diferentes contextos profissionais e do dia a dia.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10 personagens com diferentes profissoes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Reconhecimento de voz em alemao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Analise de erros apos a conversa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Pratica de escuta e pronuncia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457200"/>
            <a:ext cx="4297680" cy="3931920"/>
          </a:xfrm>
          <a:prstGeom prst="roundRect">
            <a:avLst/>
          </a:prstGeom>
          <a:solidFill>
            <a:srgbClr val="372A5C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2103120"/>
            <a:ext cx="3383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[screenshot_practice_conversation.png]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LISTAS DE VOCABULARIO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Organize e pratique seu vocabulario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Crie listas personalizadas, importe palavras via CSV e classifique por nivel de dificuldade.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Multiplas listas organizadas por tema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Importacao de 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Classificacao por dificuldade (vermelho/amarelo/verde)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Traducao automatica para portugues</a:t>
            </a:r>
          </a:p>
        </p:txBody>
      </p:sp>
      <p:pic>
        <p:nvPicPr>
          <p:cNvPr id="18" name="Picture 17" descr="Lista de vocabu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08139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JOGOS E FLASHCARDS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Pratique de forma interativa e divertida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Teste seu conhecimento com flashcards interativos e jogos como o jogo da forca alemao.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Flashcards automaticos a partir das redacoes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Jogo da forca com dicas inteligentes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Filtro por nivel de dificuldade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Pratica de artigos (der/die/das)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457200"/>
            <a:ext cx="4297680" cy="3931920"/>
          </a:xfrm>
          <a:prstGeom prst="roundRect">
            <a:avLst/>
          </a:prstGeom>
          <a:solidFill>
            <a:srgbClr val="372A5C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2103120"/>
            <a:ext cx="3383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[screenshot_flashcards_game.png]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t>PARAFRASEADOR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Reescreva textos em diferentes estilos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Transforme seu texto alemao em diferentes estilos: formal, casual, com emojis, simplificado e mais.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6 estilos diferentes de reescrita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Mantem o significado original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Ideal para aprender sinonimos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Melhore seu vocabulario ativo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457200"/>
            <a:ext cx="4297680" cy="3931920"/>
          </a:xfrm>
          <a:prstGeom prst="roundRect">
            <a:avLst/>
          </a:prstGeom>
          <a:solidFill>
            <a:srgbClr val="372A5C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2103120"/>
            <a:ext cx="3383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[screenshot_paraphrase_text.png]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Como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A855F7"/>
                </a:solidFill>
              </a:defRPr>
            </a:pPr>
            <a:r>
              <a:t>Comece a aprender em 3 passos simples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26517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17320" y="1737360"/>
            <a:ext cx="822960" cy="8229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182880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Escreva seu 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Cole ou digite sua redacao em alemao. Nosso editor inteligente aceita qualquer texto.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463040"/>
            <a:ext cx="26517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97680" y="1737360"/>
            <a:ext cx="822960" cy="82296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82880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697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Receba a analise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2004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Nossa IA identifica erros, categoriza por tipo e explica cada correcao em portugues.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63040"/>
            <a:ext cx="26517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78040" y="1737360"/>
            <a:ext cx="822960" cy="8229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182880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97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Acompanhe sua evolucao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2004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Visualize seu progresso no dashboard, pratique com flashcards e melhore continuamente.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2834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A855F7"/>
                </a:solidFill>
              </a:defRPr>
            </a:pPr>
            <a: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2834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A855F7"/>
                </a:solidFill>
              </a:defRPr>
            </a:pPr>
            <a: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Analise de Custo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Investimento acessivel para um aprendizado de qualidade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2D3EE"/>
                </a:solidFill>
              </a:defRPr>
            </a:pPr>
            <a:r>
              <a:t>Sistema de Creditos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82880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100 creditos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7373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Gratis para novos usuarios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3172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402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Correcao de texto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2402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~1 credito por correcao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83464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432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Pratica de conversacao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7432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10 creditos/minuto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33756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461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Parafrase de texto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2461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~1 credito por uso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84048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7490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Flashcards e jogos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7490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Gratuito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128016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97316"/>
                </a:solidFill>
              </a:defRPr>
            </a:pPr>
            <a:r>
              <a:t>Comparado com Alternativas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173736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1828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Professor particular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1828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EF4444"/>
                </a:solidFill>
              </a:defRPr>
            </a:pPr>
            <a:r>
              <a:t>R$ 80-150/hora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46320" y="233172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0" y="242316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Curso presencial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2423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EF4444"/>
                </a:solidFill>
              </a:defRPr>
            </a:pPr>
            <a:r>
              <a:t>R$ 300-800/mes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46320" y="292608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0" y="301752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Apps premium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3017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EAB308"/>
                </a:solidFill>
              </a:defRPr>
            </a:pPr>
            <a:r>
              <a:t>R$ 50-100/mes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46320" y="352044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0" y="36118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CorrectMe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36118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22C55E"/>
                </a:solidFill>
              </a:defRPr>
            </a:pPr>
            <a:r>
              <a:t>A partir de R$ 0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160520"/>
            <a:ext cx="8229600" cy="640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2C55E"/>
                </a:solidFill>
              </a:defRPr>
            </a:pPr>
            <a:r>
              <a:t>Comece gratis com 100 creditos - Sem cartao de credito necessario!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Por que escolher o CorrectMe?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731520"/>
            <a:ext cx="8229600" cy="45720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Recurso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822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A855F7"/>
                </a:solidFill>
              </a:defRPr>
            </a:pPr>
            <a:r>
              <a:t>CorrectMe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8229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LanguageTool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822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Scribbr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801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Especializado em alemao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280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2801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AB308"/>
                </a:solidFill>
              </a:defRPr>
            </a:pPr>
            <a:r>
              <a:t>Parcial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280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AB308"/>
                </a:solidFill>
              </a:defRPr>
            </a:pPr>
            <a:r>
              <a:t>Parcial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7373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Feedback pedagogico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1737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7373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Nao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737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AB308"/>
                </a:solidFill>
              </a:defRPr>
            </a:pPr>
            <a:r>
              <a:t>Limitado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945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Categorizacao de erros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1945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1945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Nao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1945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Nao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6517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Flashcards integrados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651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6517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Nao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651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Nao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1089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Listas de vocabulario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3108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31089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Nao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108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Nao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5661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Chatbot para pratica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3566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5661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Nao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3566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Nao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0233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Pratica de conversacao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4023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40233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Nao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4023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Nao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Ideal Para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463040"/>
            <a:ext cx="640080" cy="640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41732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EC4899"/>
                </a:solidFill>
              </a:defRPr>
            </a:pPr>
            <a:r>
              <a:t>Estudantes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8288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Preparando para provas Goethe, TestDaF, DSH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18872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029200" y="1463040"/>
            <a:ext cx="640080" cy="6400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141732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855F7"/>
                </a:solidFill>
              </a:defRPr>
            </a:pPr>
            <a:r>
              <a:t>Profissionais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8288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Que precisam escrever em alemao no trabalho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297180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292608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Professores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Que querem otimizar correcoes de alunos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46320" y="269748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0" y="2971800"/>
            <a:ext cx="640080" cy="6400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0" y="292608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2C55E"/>
                </a:solidFill>
              </a:defRPr>
            </a:pPr>
            <a:r>
              <a:t>Aprendizes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De qualquer nivel, do iniciante ao avancado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brancofundoTransparente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457200"/>
            <a:ext cx="213360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9202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Comece a dominar o alemao hoje!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855F7"/>
                </a:solidFill>
              </a:defRPr>
            </a:pPr>
            <a:r>
              <a:t>Experimente gratis - 100 creditos para novos usuarios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3383280"/>
            <a:ext cx="4572000" cy="7315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352044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C4899"/>
                </a:solidFill>
              </a:defRPr>
            </a:pPr>
            <a:r>
              <a:t>correctme.com.br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2D3EE"/>
                </a:solidFill>
              </a:defRPr>
            </a:pPr>
            <a:r>
              <a:t>Dr. Thiago R. S. Pastro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
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457200"/>
            <a:ext cx="22860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A855F7"/>
                </a:solidFill>
              </a:defRPr>
            </a:pPr>
            <a:r>
              <a:t>Correção de Redações em Alemão com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9CA3AF"/>
                </a:solidFill>
              </a:defRPr>
            </a:pPr>
            <a:r>
              <a:t>Plataforma de aprendizado de alemão com inteligência artificial para brasileiros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Números que Impressionam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1828800" cy="182880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+60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260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Tópicos de Gramática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828800"/>
            <a:ext cx="1828800" cy="182880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21945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A855F7"/>
                </a:solidFill>
              </a:defRPr>
            </a:pPr>
            <a:r>
              <a:t>+50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29260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Temas de Conversa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1828800"/>
            <a:ext cx="1828800" cy="182880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21945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3B82F6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9260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Categorias de Erros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1828800"/>
            <a:ext cx="1828800" cy="182880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219456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</a:defRPr>
            </a:pPr>
            <a:r>
              <a:t>24/7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9260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Disponível Sempre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 Categorias de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CA3AF"/>
                </a:solidFill>
              </a:defRPr>
            </a:pPr>
            <a:r>
              <a:t>Cada tipo de erro é destacado com uma cor diferente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1645920"/>
            <a:ext cx="320040" cy="32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16459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Declinação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459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Genus, Numerus, Kasus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2423160"/>
            <a:ext cx="320040" cy="3200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4231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Conjugação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423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Tempos verbais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3200400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3200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Preposições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004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Uso correto de preposições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397764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3977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Sintaxe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77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Estrutura das frases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4754880"/>
            <a:ext cx="320040" cy="3200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47548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Vocabulário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548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Escolha de palavras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C4899"/>
                </a:solidFill>
              </a:defRPr>
            </a:pPr>
            <a:r>
              <a:t>Correção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Feedback detalhado para cada erro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</a:defRPr>
            </a:pPr>
            <a:r>
              <a:t>Nossa IA identifica erros de declinação, conjugação, sintaxe, preposições e vocabulário, destacando cada um com cores diferentes.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Correção gramatical e ortográfica em tempo real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Feedback pedagógico que explica o 'porquê' de cada erro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Suporte para todos os níveis (A1 a C2)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IA treinada para erros comuns de brasileiros</a:t>
            </a:r>
          </a:p>
        </p:txBody>
      </p:sp>
      <p:pic>
        <p:nvPicPr>
          <p:cNvPr id="7" name="Picture 6" descr="Foto 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731520"/>
            <a:ext cx="4114800" cy="19893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Acompanhe seu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Visualize sua evolução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</a:defRPr>
            </a:pPr>
            <a:r>
              <a:t>Dashboard completo com gráficos e estatísticas detalhadas para acompanhar seu desenvolvimento.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Gráfico de pizza com distribuição de erros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Histórico de erros por redação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Estatísticas gerais de performance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Tracking de evolução ao longo do tempo</a:t>
            </a:r>
          </a:p>
        </p:txBody>
      </p:sp>
      <p:pic>
        <p:nvPicPr>
          <p:cNvPr id="7" name="Picture 6" descr="Foto 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731520"/>
            <a:ext cx="4114800" cy="20066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2C55E"/>
                </a:solidFill>
              </a:defRPr>
            </a:pPr>
            <a:r>
              <a:t>Listas de Vocabulário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Organize e pratique seu vocabulário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</a:defRPr>
            </a:pPr>
            <a:r>
              <a:t>Crie listas personalizadas, importe palavras via CSV e classifique por nível de dificuldade.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Múltiplas listas organizadas por tema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Importação de CSV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Classificação por dificuldade (vermelho/amarelo/verde)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Tradução automática para português</a:t>
            </a:r>
          </a:p>
        </p:txBody>
      </p:sp>
      <p:pic>
        <p:nvPicPr>
          <p:cNvPr id="7" name="Picture 6" descr="Lista de vocabu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731520"/>
            <a:ext cx="4114800" cy="1992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B82F6"/>
                </a:solidFill>
              </a:defRPr>
            </a:pPr>
            <a:r>
              <a:t>Jogos e Flashcards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Pratique de forma interativa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</a:defRPr>
            </a:pPr>
            <a:r>
              <a:t>Teste seu conhecimento com flashcards interativos e jogos divertidos como o jogo da forca.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Flashcards automáticos a partir das redações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Jogo da forca com dicas inteligentes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Filtro por nível de dificuldade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Prática de artigos (der/die/das)</a:t>
            </a:r>
          </a:p>
        </p:txBody>
      </p:sp>
      <p:pic>
        <p:nvPicPr>
          <p:cNvPr id="7" name="Picture 6" descr="Jo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731520"/>
            <a:ext cx="4114800" cy="34728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A855F7"/>
                </a:solidFill>
              </a:defRPr>
            </a:pPr>
            <a:r>
              <a:t>Em 3 passos simples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2560320" cy="2560320"/>
          </a:xfrm>
          <a:prstGeom prst="roundRect">
            <a:avLst/>
          </a:prstGeom>
          <a:solidFill>
            <a:srgbClr val="251C45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3040" y="201168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Escreva seu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Cole ou digite sua redação em alemão. Escolha seu nível: A1 a C2.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828800"/>
            <a:ext cx="2560320" cy="2560320"/>
          </a:xfrm>
          <a:prstGeom prst="roundRect">
            <a:avLst/>
          </a:prstGeom>
          <a:solidFill>
            <a:srgbClr val="251C45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51960" y="2011680"/>
            <a:ext cx="640080" cy="6400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20574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Receba a análise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2004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Nossa IA corrige erros, explica a gramática e cria exercícios personalizados.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2560320" cy="2560320"/>
          </a:xfrm>
          <a:prstGeom prst="roundRect">
            <a:avLst/>
          </a:prstGeom>
          <a:solidFill>
            <a:srgbClr val="251C4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40880" y="2011680"/>
            <a:ext cx="640080" cy="6400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0574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Acompanhe a evolução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004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Visualize seu progresso, pratique com flashcards e melhore continuamente.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Por que escolher o CorrectMe?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82296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CorrectMe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8229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LanguageTool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82296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Scribbr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Especializado em alemão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2344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✓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23444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2344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4592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Feedback pedagógico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64592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64592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4592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Limitado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05740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Categorização de erros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0574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05740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0574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46888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Níveis A1 a C2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4688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46888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4688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88036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Flashcards integrados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288036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8803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88036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184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Listas de vocabulário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291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29184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291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703320"/>
            <a:ext cx="256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Chatbot para dúvidas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70332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70332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70332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Ideal Para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840480" cy="10972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C4899"/>
                </a:solidFill>
              </a:defRPr>
            </a:pPr>
            <a:r>
              <a:t>Estudantes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Preparando para provas Goethe, TestDaF, DSH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371600"/>
            <a:ext cx="3840480" cy="10972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5087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Profissionais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8745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precisam escrever em alemão no trabalho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840480" cy="10972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Professores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querem otimizar correções de alunos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743200"/>
            <a:ext cx="3840480" cy="10972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8803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C55E"/>
                </a:solidFill>
              </a:defRPr>
            </a:pPr>
            <a:r>
              <a:t>Aprendizes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246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De qualquer nível, do A1 ao C2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731520"/>
            <a:ext cx="182880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Comece a dominar o alemão hoje!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855F7"/>
                </a:solidFill>
              </a:defRPr>
            </a:pPr>
            <a:r>
              <a:t>Experimente grátis - Créditos gratuitos para novos usuários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EC4899"/>
                </a:solidFill>
              </a:defRPr>
            </a:pPr>
            <a:r>
              <a:t>correctme.com.br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
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900000">
            <a:off x="5943600" y="0"/>
            <a:ext cx="73152" cy="514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981200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A855F7"/>
                </a:solidFill>
              </a:defRPr>
            </a:pPr>
            <a:r>
              <a:t>Aprendizagem de Alemão com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Plataforma completa de aprendizado de alemão com inteligência artificial para brasileiros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7315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144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</a:defRPr>
            </a:pPr>
            <a:r>
              <a:t>Correção de Textos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IA corrige erros gramaticais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Prática de Conversação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Fale com personagens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Jogos e Flashcards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233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Aprenda se divertindo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914400"/>
            <a:ext cx="2743200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801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716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2801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A855F7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874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Sistema de Categorização de Erros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377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8600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Recursos da Plataforma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C55E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803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78892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Chatbot e Ferramentas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29184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3832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29184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886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7947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2976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3891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2976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Comparativo e Público Alvo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Por que o CorrectMe é a melhor escolha para aprender alemão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777240" cy="777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Tópicos de Gramática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Cobertura completa de todos os tópicos gramaticais do alemão, do básico ao avançado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54680" y="1508760"/>
            <a:ext cx="777240" cy="7772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Temas de Conversa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Prática com diferentes personagens e contextos do cotidiano alemão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1508760"/>
            <a:ext cx="777240" cy="7772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Categorias de Erros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Classificação inteligente que ajuda a focar nos seus pontos fracos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52360" y="1508760"/>
            <a:ext cx="777240" cy="7772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24/7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Disponível Sempre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Acesso ilimitado à plataforma, estude quando e onde quiser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Entenda Exatamente Onde Você 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Nosso sistema exclusivo de categorização identifica e classifica cada erro por cor, </a:t>
            </a:r>
            <a:br/>
            <a:r>
              <a:t>permitindo que você foque exatamente nos pontos que precisa melhorar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59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691640"/>
            <a:ext cx="320040" cy="32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Declinação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745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Genus, Numerus, Kasus - Os 3 pilares da gramática alemã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Domine os casos e nunca mais erre der/die/das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402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40280"/>
            <a:ext cx="109728" cy="5943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377440"/>
            <a:ext cx="320040" cy="3200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Conjugação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Tempos verbais e formas conjugadas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377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Aprenda a conjugar verbos corretamente em qualquer tempo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109728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06324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Preposições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461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Uso correto com Akkusativ, Dativ e Genitiv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063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Saiba qual preposição usar e com qual caso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118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611880"/>
            <a:ext cx="109728" cy="594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74904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6576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Sintaxe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31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Estrutura e ordem das palavras nas frases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749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Construa frases com a ordem correta do alemão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976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4297680"/>
            <a:ext cx="109728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5840" y="4434840"/>
            <a:ext cx="320040" cy="3200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43434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Vocabulário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17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Escolha de palavras e expressões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44348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Use as palavras certas para cada contexto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CORREÇÃO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Feedback detalhado para cada erro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Nossa IA identifica erros de declinação, conjugação, sintaxe, preposições e vocabulário, destacando cada um com cores diferentes para facilitar o aprendizado.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Correção gramatical e ortográfica em tempo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pedagógico que explica o 'porquê' de cada erro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IA treinada para erros comuns de brasileiros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Exportação do texto corrigido</a:t>
            </a:r>
          </a:p>
        </p:txBody>
      </p:sp>
      <p:pic>
        <p:nvPicPr>
          <p:cNvPr id="18" name="Picture 17" descr="Foto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77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ACOMPANHE SEU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Visualize sua evolução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Dashboard completo com gráficos e estatísticas detalhadas para acompanhar seu desenvolvimento no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Gráfico de distribuição de erros por categoria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Histórico de erros por redação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Estatísticas gerais de performance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Tracking de evolução ao longo do tempo</a:t>
            </a:r>
          </a:p>
        </p:txBody>
      </p:sp>
      <p:pic>
        <p:nvPicPr>
          <p:cNvPr id="18" name="Picture 17" descr="Foto 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958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PRÁTICA DE CONVERSAÇÃO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alemão falado com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em tempo real com personagens de IA em diferentes contextos profissionais e do dia a 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10 personagens com diferentes profissões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Reconhecimento de voz em alemão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Análise de erros após a conversa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escuta e pronúncia</a:t>
            </a:r>
          </a:p>
        </p:txBody>
      </p:sp>
      <p:pic>
        <p:nvPicPr>
          <p:cNvPr id="18" name="Picture 17" descr="screenshot_practice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18644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LISTAS DE 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Organize e pratique seu vocabulário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Crie listas personalizadas, importe palavras via CSV e classifique por nível de dificuldade.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Múltiplas listas organizadas por 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Importação de 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Classificação por dificuldade (vermelho/amarelo/verde)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Tradução automática para português</a:t>
            </a:r>
          </a:p>
        </p:txBody>
      </p:sp>
      <p:pic>
        <p:nvPicPr>
          <p:cNvPr id="18" name="Picture 17" descr="Lista de vocabu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8139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JOGOS E FLASHCARDS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de forma interativa e divertida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Teste seu conhecimento com flashcards interativos e jogos como o jogo da forca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Flashcards automáticos a partir das redações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Jogo da forca com dicas inteligentes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Filtro por nível de dificuldade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artigos (der/die/das)</a:t>
            </a:r>
          </a:p>
        </p:txBody>
      </p:sp>
      <p:pic>
        <p:nvPicPr>
          <p:cNvPr id="18" name="Picture 17" descr="screenshot_flashcards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852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PARAFRASEADOR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Reescreva textos em diferentes estilos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Transforme seu texto alemão em diferentes estilos: formal, casual, com emojis, simplificado e mais.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6 estilos diferentes de reescrita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Mantém o significado original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Ideal para aprender sinônimos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Melhore seu vocabulário ativo</a:t>
            </a:r>
          </a:p>
        </p:txBody>
      </p:sp>
      <p:pic>
        <p:nvPicPr>
          <p:cNvPr id="18" name="Picture 17" descr="Parafras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1114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CHATBOT DE CONVERSAÇÃO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escrita com correção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por escrito com o chatbot e receba correções instantâneas de cada frase que você escreve.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Correção imediata de cada frase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detalhado sobre erros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escrita contextualizada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Apenas 2,5 créditos por frase</a:t>
            </a:r>
          </a:p>
        </p:txBody>
      </p:sp>
      <p:pic>
        <p:nvPicPr>
          <p:cNvPr id="18" name="Picture 17" descr="Screenshot_chatbot_correcaoconver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53538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CHATBOT DE GRAMÁTICA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Tire suas dúvidas de gramática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Pergunte qualquer dúvida sobre gramática alemã e receba explicações detalhadas e exemplos práticos.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Explicações em português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Exemplos práticos de uso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Mais de 60 tópicos gramaticais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5 créditos por tópico explicado</a:t>
            </a:r>
          </a:p>
        </p:txBody>
      </p:sp>
      <p:pic>
        <p:nvPicPr>
          <p:cNvPr id="18" name="Picture 17" descr="Screenshot_chatbot_explicacaogram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543638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855F7"/>
                </a:solidFill>
              </a:defRPr>
            </a:pPr>
            <a:r>
              <a:t>Comece a aprender em 3 passos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1737360"/>
            <a:ext cx="822960" cy="822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Escreva seu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Cole ou digite sua redação em alemão. Nosso editor inteligente aceita qualquer 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97680" y="1737360"/>
            <a:ext cx="822960" cy="8229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Receba a análise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Nossa IA identifica erros, categoriza por tipo e explica cada correção em português.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737360"/>
            <a:ext cx="822960" cy="822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Acompanhe sua evolução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Visualize seu progresso no dashboard, pratique com flashcards e melhore continuamente.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Investimento acessível para um aprendizado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Sistema de Créditos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100 créditos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Grátis para novos usuários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4028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Correção de 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488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~20 créditos por correção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65176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Paráfrase de 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5603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~5 créditos por uso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06324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71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Chatbot conversação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971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2,5 créditos por frase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7472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83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Chatbot gramática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383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5 créditos por tópico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38862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947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Flashcards e jogos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947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Gratuito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12801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Comparado com Alternativas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173736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Professor particular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R$ 80-150/hora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233172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242316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Curso presencial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423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R$ 300-800/mês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46320" y="292608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01752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Apps premium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017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AB308"/>
                </a:solidFill>
              </a:defRPr>
            </a:pPr>
            <a:r>
              <a:t>R$ 50-100/mês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352044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0" y="3611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36118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22C55E"/>
                </a:solidFill>
              </a:defRPr>
            </a:pPr>
            <a:r>
              <a:t>A partir de R$ 0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160520"/>
            <a:ext cx="8229600" cy="640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C55E"/>
                </a:solidFill>
              </a:defRPr>
            </a:pPr>
            <a:r>
              <a:t>Comece grátis com 100 créditos - Sem cartão de crédito necessário!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Por que escolher o CorrectMe?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731520"/>
            <a:ext cx="8229600" cy="45720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822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LanguageTool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Scribbr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Especializado em alemão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Feedback pedagógico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37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Limitado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Categorização de erros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945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Flashcards integrados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6517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08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Listas de vocabulário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108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566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Chatbot para prática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566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Prática de conversação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023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Ideal Para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C4899"/>
                </a:solidFill>
              </a:defRPr>
            </a:pPr>
            <a:r>
              <a:t>Estudantes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Preparando para provas Goethe, TestDaF, DSH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0" y="146304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Profissionais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precisam escrever em alemão no trabalho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Professores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querem otimizar correções de alunos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0" y="2971800"/>
            <a:ext cx="640080" cy="6400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C55E"/>
                </a:solidFill>
              </a:defRPr>
            </a:pPr>
            <a:r>
              <a:t>Aprendizes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De qualquer nível, do iniciante ao avançado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457200"/>
            <a:ext cx="213360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Comece a dominar o alemão hoje!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855F7"/>
                </a:solidFill>
              </a:defRPr>
            </a:pPr>
            <a:r>
              <a:t>Experimente grátis - 100 créditos para novos usuários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383280"/>
            <a:ext cx="4572000" cy="7315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5204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C4899"/>
                </a:solidFill>
              </a:defRPr>
            </a:pPr>
            <a:r>
              <a:t>correctme.com.br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